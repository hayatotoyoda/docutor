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fd13e7b8e24444" /><Relationship Type="http://schemas.openxmlformats.org/officeDocument/2006/relationships/extended-properties" Target="/docProps/app.xml" Id="R67897ff3e9b942fe" /><Relationship Type="http://schemas.openxmlformats.org/officeDocument/2006/relationships/officeDocument" Target="/ppt/presentation.xml" Id="Rfdd3f5c9e088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d07f5514d40df"/>
  </p:sldMasterIdLst>
  <p:notesMasterIdLst>
    <p:notesMasterId xmlns:r="http://schemas.openxmlformats.org/officeDocument/2006/relationships" r:id="R855c1256dda744b6"/>
  </p:notesMasterIdLst>
  <p:sldIdLst>
    <p:sldId xmlns:r="http://schemas.openxmlformats.org/officeDocument/2006/relationships" id="256" r:id="Recfa1c92dc2340ff"/>
    <p:sldId xmlns:r="http://schemas.openxmlformats.org/officeDocument/2006/relationships" id="257" r:id="Rf88151255e104223"/>
    <p:sldId xmlns:r="http://schemas.openxmlformats.org/officeDocument/2006/relationships" id="258" r:id="R0425b3d4baf8446e"/>
    <p:sldId xmlns:r="http://schemas.openxmlformats.org/officeDocument/2006/relationships" id="259" r:id="Re13ba3b80a214ea1"/>
    <p:sldId xmlns:r="http://schemas.openxmlformats.org/officeDocument/2006/relationships" id="260" r:id="Rc5674667dd324fed"/>
    <p:sldId xmlns:r="http://schemas.openxmlformats.org/officeDocument/2006/relationships" id="261" r:id="Rfd08a78e08b74034"/>
    <p:sldId xmlns:r="http://schemas.openxmlformats.org/officeDocument/2006/relationships" id="262" r:id="R7a8e0f95b04f4f22"/>
    <p:sldId xmlns:r="http://schemas.openxmlformats.org/officeDocument/2006/relationships" id="263" r:id="R209973f1b7d64a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89ab9607454dae" /><Relationship Type="http://schemas.openxmlformats.org/officeDocument/2006/relationships/slideMaster" Target="/ppt/slideMasters/slideMaster1.xml" Id="Rd7fd07f5514d40df" /><Relationship Type="http://schemas.openxmlformats.org/officeDocument/2006/relationships/notesMaster" Target="/ppt/notesMasters/notesMaster1.xml" Id="R855c1256dda744b6" /><Relationship Type="http://schemas.openxmlformats.org/officeDocument/2006/relationships/presProps" Target="/ppt/presProps.xml" Id="Rf128f0c38ddb45de" /><Relationship Type="http://schemas.openxmlformats.org/officeDocument/2006/relationships/tableStyles" Target="/ppt/tableStyles.xml" Id="R1570742eb932479c" /><Relationship Type="http://schemas.openxmlformats.org/officeDocument/2006/relationships/slide" Target="/ppt/slides/slide1.xml" Id="Recfa1c92dc2340ff" /><Relationship Type="http://schemas.openxmlformats.org/officeDocument/2006/relationships/slide" Target="/ppt/slides/slide2.xml" Id="Rf88151255e104223" /><Relationship Type="http://schemas.openxmlformats.org/officeDocument/2006/relationships/slide" Target="/ppt/slides/slide3.xml" Id="R0425b3d4baf8446e" /><Relationship Type="http://schemas.openxmlformats.org/officeDocument/2006/relationships/slide" Target="/ppt/slides/slide4.xml" Id="Re13ba3b80a214ea1" /><Relationship Type="http://schemas.openxmlformats.org/officeDocument/2006/relationships/slide" Target="/ppt/slides/slide5.xml" Id="Rc5674667dd324fed" /><Relationship Type="http://schemas.openxmlformats.org/officeDocument/2006/relationships/slide" Target="/ppt/slides/slide6.xml" Id="Rfd08a78e08b74034" /><Relationship Type="http://schemas.openxmlformats.org/officeDocument/2006/relationships/slide" Target="/ppt/slides/slide7.xml" Id="R7a8e0f95b04f4f22" /><Relationship Type="http://schemas.openxmlformats.org/officeDocument/2006/relationships/slide" Target="/ppt/slides/slide8.xml" Id="R209973f1b7d64a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a19e18cc0d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e44a0ee76748fb" /><Relationship Type="http://schemas.openxmlformats.org/officeDocument/2006/relationships/notesMaster" Target="/ppt/notesMasters/notesMaster1.xml" Id="R4aab0624a3c540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95abcd693451d" /><Relationship Type="http://schemas.openxmlformats.org/officeDocument/2006/relationships/notesMaster" Target="/ppt/notesMasters/notesMaster1.xml" Id="R539b7f58d5ec4a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0b8816c58a40f4" /><Relationship Type="http://schemas.openxmlformats.org/officeDocument/2006/relationships/notesMaster" Target="/ppt/notesMasters/notesMaster1.xml" Id="R4f747ae02ba740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2df8c640942b4" /><Relationship Type="http://schemas.openxmlformats.org/officeDocument/2006/relationships/notesMaster" Target="/ppt/notesMasters/notesMaster1.xml" Id="R93d5f911500e41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7140ad1dd34179" /><Relationship Type="http://schemas.openxmlformats.org/officeDocument/2006/relationships/notesMaster" Target="/ppt/notesMasters/notesMaster1.xml" Id="Rbee8a203c0f44e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17fd744f3c493e" /><Relationship Type="http://schemas.openxmlformats.org/officeDocument/2006/relationships/notesMaster" Target="/ppt/notesMasters/notesMaster1.xml" Id="R54817bfda3924a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1ef267cab24f19" /><Relationship Type="http://schemas.openxmlformats.org/officeDocument/2006/relationships/notesMaster" Target="/ppt/notesMasters/notesMaster1.xml" Id="R9016554e58fe47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3e9573c07a4ff5" /><Relationship Type="http://schemas.openxmlformats.org/officeDocument/2006/relationships/notesMaster" Target="/ppt/notesMasters/notesMaster1.xml" Id="R87841f607fce40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f43bda1794f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95fa1a762b4b88" /><Relationship Type="http://schemas.openxmlformats.org/officeDocument/2006/relationships/slideLayout" Target="/ppt/slideLayouts/slideLayout1.xml" Id="R36014858619248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014858619248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23da4dc8a4fd4" /><Relationship Type="http://schemas.openxmlformats.org/officeDocument/2006/relationships/notesSlide" Target="/ppt/notesSlides/notesSlide1.xml" Id="Rfeacd5e67813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108d9a064472a" /><Relationship Type="http://schemas.openxmlformats.org/officeDocument/2006/relationships/notesSlide" Target="/ppt/notesSlides/notesSlide2.xml" Id="Rf6c823983f744e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364de2c4f489c" /><Relationship Type="http://schemas.openxmlformats.org/officeDocument/2006/relationships/image" Target="/ppt/media/image.png" Id="Rfc663048812b4290" /><Relationship Type="http://schemas.openxmlformats.org/officeDocument/2006/relationships/notesSlide" Target="/ppt/notesSlides/notesSlide3.xml" Id="R4e247f403fa145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d5779637344c2" /><Relationship Type="http://schemas.openxmlformats.org/officeDocument/2006/relationships/notesSlide" Target="/ppt/notesSlides/notesSlide4.xml" Id="Rac6bc80d52a741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2746b45f842a1" /><Relationship Type="http://schemas.openxmlformats.org/officeDocument/2006/relationships/notesSlide" Target="/ppt/notesSlides/notesSlide5.xml" Id="Rcb9d35f315f641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a3a52496f4a97" /><Relationship Type="http://schemas.openxmlformats.org/officeDocument/2006/relationships/notesSlide" Target="/ppt/notesSlides/notesSlide6.xml" Id="R959edcd2d52742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04bed5be5428b" /><Relationship Type="http://schemas.openxmlformats.org/officeDocument/2006/relationships/notesSlide" Target="/ppt/notesSlides/notesSlide7.xml" Id="R339faad61f0640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d8747ce164424" /><Relationship Type="http://schemas.openxmlformats.org/officeDocument/2006/relationships/notesSlide" Target="/ppt/notesSlides/notesSlide8.xml" Id="Rc4bd96b5f4934a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F3A7A9-5566-4140-AAE5-69B3596D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905A3-67F4-474D-BE14-6ED7C0F8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14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Agents are getting capable.</a:t>
            </a:r>
          </a:p>
          <a:p xmlns:a="http://schemas.openxmlformats.org/drawingml/2006/main">
            <a:pPr algn="l">
              <a:def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Enterprise knowledge is not.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227BF-2521-4346-AF88-C4D6B100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missing layer is a human review layer for messy documents, diagrams, and business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548F2-3F65-42B2-A563-3B61FAA4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5814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06A61-D086-4347-A233-9B2FBC1B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48175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17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the knowledge trustworthy before agents 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25AF6-6E93-4A2B-BCCD-954242AF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48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87416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1A38F-19DE-4E6B-A201-5AB606F8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09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blocker is not the agent.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BFD92-AF94-494D-9676-3352DE2D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It is the knowledge the agent has to work with.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97C00-B856-4159-9E0D-A8049755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429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FDD86-F9D5-4ABC-AF28-471A1BC2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1CFC4-B94E-4CCF-A582-9C19354C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5411F-1DDE-4FAA-BA26-8C22FBB6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They can plan and execute.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1470A-5A0F-4526-95B0-4237E988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933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Modern agents can call tools, coordinate steps, and move work forward.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79540-822C-4378-A975-84112B30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1A2A5-5194-4F17-A027-838CBEA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981A6-5F2C-4108-B994-4C295D89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ENTERPRISE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AAC70-CE48-4607-9791-7D2CC31E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still lives in messy files.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5084C-602B-46AF-A997-879251BB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05250"/>
            <a:ext cx="2933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Specifications, business rules, approvals, and exceptions are scattered across PowerPoint, Word, PDF, and diagrams.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582DB-900F-4FF8-B438-679432D0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3429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B865B-C793-4AFB-BF26-F8D8A0C9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46C1F-21AE-45BA-BFAF-CC23F0FB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CD51E-5337-47D6-AFA4-B729F3B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Agents stall or guess.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B532E-9911-40C0-B56E-7DB68DB2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0"/>
            <a:ext cx="2933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If the source knowledge is not structured, the agent cannot safely decide what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3BC77-78A1-463F-8D85-88DAF922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48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5203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3C6227-68CD-41FA-BD3B-4BAD597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09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Complex diagrams break first.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95881-C2FD-4053-88CE-AB040509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9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single wrong arrow can change the business rule.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3272C-7855-4D9C-8F6C-2A1856BB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may capture text, but the risk is in the relationships: branching, grouping, approval paths, exceptions, and hierarchy.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821CC-97C1-41D8-BC23-8CD29D79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29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89D9F-A407-4549-B53B-570C4837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4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is exactly where human review should be fast, visual, and easy to correct.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63048812b4290"/>
          <a:stretch xmlns:a="http://schemas.openxmlformats.org/drawingml/2006/main"/>
        </p:blipFill>
        <p:spPr>
          <a:xfrm xmlns:a="http://schemas.openxmlformats.org/drawingml/2006/main">
            <a:off x="5170016" y="1619250"/>
            <a:ext cx="5376219" cy="4324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9803B-2EF4-4DC3-84A0-6827DF44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48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165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8B4D5-3DD6-4F13-8521-A7B32718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8"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 we wait for better models?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92B8F-B205-4FE2-B748-626D8CEF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736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No.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85FF6-68EC-4D55-9849-2DCE40CF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today's models.</a:t>
            </a:r>
          </a:p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risky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0294C-D592-4C66-AAF2-549B920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D1B53-A212-4E40-9AC3-FA564205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78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That is the product gap: make uncertainty visible and correction easy.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F44E3-F376-4622-8246-BA8F9356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5527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3F64A-C685-4B79-8E46-559A0832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1981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72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HITL</a:t>
            </a:r>
          </a:p>
          <a:p xmlns:a="http://schemas.openxmlformats.org/drawingml/2006/main">
            <a:pPr algn="ctr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6C9BD-0867-4462-B56E-85C8F800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48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0490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582BA9-B4B7-40CD-89F7-D6ED3034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09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88"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Docutor: convert automatically, review visually, export trusted knowledge.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B7A93-DA33-4420-9538-FF1A4054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4290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78AD3-BF33-437F-886B-8533FBA4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5C67C-6BBE-4377-BA6C-422277EA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Convert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7F40E-B804-4CBD-ACFC-978DCBA3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Extract text, tables, images, and diagram candidates.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C5447-FB3E-42D8-8645-CAC81A63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2CC75-0FA1-426B-A4BC-988029F4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9D6B5-6118-4DF2-A2D6-E2BAAA7E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6C94E-77C7-4373-B2AD-F663030D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624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6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Compare original evidence with generated Markdown and diagrams.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709E8-702F-4CFA-8AF1-F72E3E27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34290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B0116-6947-4FD2-91B6-EF128750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5EB43-E785-4516-86AD-C4C17E6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5C465-FB31-42F1-B21B-903AB5E8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624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6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Send approved knowledge to agents and the Company Brain.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BB1A8-7F6B-4541-B526-CBCFF129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48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876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AE458-3ADE-42FE-9BEA-288A34DE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740E3-8B2A-40A3-BF84-A2A7B3F8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Messy enterprise document -&gt; reviewed knowledge asset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6D4D-3B77-41FA-9626-21FB43B5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062990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DD063-A328-4A3F-B3B5-95CF463B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95600"/>
            <a:ext cx="114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143"/>
          </a:bodyPr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0544B-9190-4D70-9321-D76E99C8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Insert demo video here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B8FA7-7654-4BEE-8B33-7D537C55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4360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1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Show the correction moment: original diagram beside generated output, then a human fixes the meaning.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13C0A-1EE4-4E36-A894-C29EE83A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48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27623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41D9DD-8908-49D2-BDF3-F11A5A11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09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Docutor is the intake layer for the Company Brain.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9D407-7629-44D6-B8C3-05E9FC85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6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Fragmented internal knowledge becomes structured, reviewed, and ready for AI execution.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D8914-6B71-412E-9BA8-E42355DF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28575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F4E16-6A0A-43BC-BB04-0C036B4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46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Fragmented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13C3-7713-40BB-A1CE-59EC103E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PPT, Word, PDF, tables, diagrams, approvals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8027F-A69A-4468-BDE8-AF38244F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194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73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68234-7D42-4572-B357-87F22206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24125"/>
            <a:ext cx="3571875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B6B69-B69A-4F61-9C04-A24B3207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860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Docutor review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4DC88-F08E-4965-A808-F2A2110B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19475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Convert, compare, correct, approve, refresh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FA6A0-1985-4E45-91F3-0D93ADB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194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73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00CE6-2327-4D37-A2AB-FDE1F3C6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24125"/>
            <a:ext cx="30099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93EDC-7C0A-446F-92F6-CDDAB5B5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86075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execution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57BE2-4C28-4263-805A-BD20C51C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Hermes Agents, internal copilots, workflow 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27693-42B2-4D09-ABF3-05A60A1D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is how Docutor picks up the Company Brain idea: structure knowledge first, then let agents 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C0EA4-1185-4202-BC05-04D53B76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48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2250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6E94F7-AE03-4BB6-8408-606D750D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 not wait for the perfect model.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F362D-B5A8-4C45-82B0-94ABE73A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Make today's models useful with the right review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7E1DB-9A7E-4BF2-9F87-88FBC159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A0F53-B629-4F91-95F2-BA97E1E6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Docutor creates the missing bridge: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439FE-A652-41F9-8412-070B25C9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81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fragmented enterprise knowledge -&gt; reviewed Company Brain -&gt; safer agentic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4EDDD-BB95-4D2D-888E-C3C3FBB0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59C2C-1A3E-4AD7-81F4-7EFD0D14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the knowledge layer before scaling the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21C11-CB3F-431A-8F99-27BBCE1E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48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7750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2026-07-05T05:45:54.5150000Z</dcterms:created>
  <dcterms:modified xsi:type="dcterms:W3CDTF">2026-07-05T05:45:54.5150000Z</dcterms:modified>
</coreProperties>
</file>